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Organized Retail Shopping Management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Mini Project</a:t>
            </a:r>
          </a:p>
          <a:p>
            <a:r>
              <a:t>(Admin Side Only)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software helps retail store administrators manage products, billing, and sales using a GUI-based Python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Manage product inventory</a:t>
            </a:r>
          </a:p>
          <a:p>
            <a:r>
              <a:t>- Generate bills with GST</a:t>
            </a:r>
          </a:p>
          <a:p>
            <a:r>
              <a:t>- Track daily sales</a:t>
            </a:r>
          </a:p>
          <a:p>
            <a:r>
              <a:t>- Generate PDF invoices</a:t>
            </a:r>
          </a:p>
          <a:p>
            <a:r>
              <a:t>- View sales reports &amp;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</a:t>
            </a:r>
          </a:p>
          <a:p>
            <a:r>
              <a:t>- Tkinter (GUI)</a:t>
            </a:r>
          </a:p>
          <a:p>
            <a:r>
              <a:t>- SQLite (Database)</a:t>
            </a:r>
          </a:p>
          <a:p>
            <a:r>
              <a:t>- ReportLab (PDF)</a:t>
            </a:r>
          </a:p>
          <a:p>
            <a:r>
              <a:t>- Matplotlib (Charts)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Admin Login</a:t>
            </a:r>
          </a:p>
          <a:p>
            <a:r>
              <a:t>- Category-based product management</a:t>
            </a:r>
          </a:p>
          <a:p>
            <a:r>
              <a:t>- Stock control</a:t>
            </a:r>
          </a:p>
          <a:p>
            <a:r>
              <a:t>- GST billing system</a:t>
            </a:r>
          </a:p>
          <a:p>
            <a:r>
              <a:t>- Sales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- Products</a:t>
            </a:r>
          </a:p>
          <a:p>
            <a:r>
              <a:t>- Sales</a:t>
            </a:r>
          </a:p>
          <a:p>
            <a:r>
              <a:t>Used SQLite for lightweight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GST &amp;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GST calculated automatically (18%)</a:t>
            </a:r>
          </a:p>
          <a:p>
            <a:r>
              <a:t>Subtotal + GST = Final Bill</a:t>
            </a:r>
          </a:p>
          <a:p>
            <a:r>
              <a:t>Invoice generated in PDF format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&amp;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Daily sales report</a:t>
            </a:r>
          </a:p>
          <a:p>
            <a:r>
              <a:t>- Total sales calculation</a:t>
            </a:r>
          </a:p>
          <a:p>
            <a:r>
              <a:t>- Graphical sales analysis using charts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Easy to use</a:t>
            </a:r>
          </a:p>
          <a:p>
            <a:r>
              <a:t>- Time saving</a:t>
            </a:r>
          </a:p>
          <a:p>
            <a:r>
              <a:t>- Accurate billing</a:t>
            </a:r>
          </a:p>
          <a:p>
            <a:r>
              <a:t>- Scalable system</a:t>
            </a:r>
          </a:p>
          <a:p>
            <a:r>
              <a:t>- Real-world retail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Staff login</a:t>
            </a:r>
          </a:p>
          <a:p>
            <a:r>
              <a:t>- Monthly/yearly reports</a:t>
            </a:r>
          </a:p>
          <a:p>
            <a:r>
              <a:t>- Barcode scanning</a:t>
            </a:r>
          </a:p>
          <a:p>
            <a:r>
              <a:t>- Cloud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how Python can be used to build a complete retail management system with GUI, database, and reporting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